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0E4E5"/>
    <a:srgbClr val="AED4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B02C1-546F-4F7F-A1CA-FA57F9CD8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83488E-B2B5-47A5-B201-1CFBB7E9F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1D20A-6964-4E09-92DA-4FF1113CD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72A70-ED55-4E94-BE84-FE94EC8E9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CCA9C-55AA-4AF8-B0AF-7BAA8A7A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16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FA83A-0B07-4371-9598-0E689070B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61576-8D58-4238-941D-FCE11D8E8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4C0AC-1D9B-4DC4-BE63-81A5B1D74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FC931-ED0D-4A53-B435-23D0F9F89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B3E7E-2E21-4198-A3C4-BE092AF6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741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D1656-3F77-47C5-B5FB-C583C3FA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0B6D6-8412-4209-8C71-62B12DD93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D9E15-B87D-479D-97AD-FEC38584A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A0FA1-C43A-437A-8F29-DF6A47F8F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354CD-8E6A-4E92-A25E-2E63ED98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73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40F2A-2B03-4087-B633-469722493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455A2-2247-49EE-8649-A1853EAC10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C86E1-13C5-4158-AF48-9B262F33C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5A472B-634E-4A2F-969C-E8795C68B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3F802-992B-40CF-AE91-427285FD4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A4455-B32F-470C-802D-747D50E0F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22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94C18-4472-4105-BFBF-206ECA3F6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4957F-3E6F-407C-96AD-E761B6135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17A68F-FE8D-4B2A-B6E9-682B6E855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B3DCF-4C44-46F0-AB59-744D1CEEF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DA79AC-5AFC-4CF0-8DAA-D961C72D7F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AFF47-F7AE-44A4-BD05-21A9DC8F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3E9D57-0C6F-4CD6-B6DC-9E69FBAE8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68EBAE-B3AF-4B15-8322-3BDC166F5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8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7FA84-5232-4DD9-A908-A0A9A35D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EB66F-57CA-4F9E-A473-F9DB5BC99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A8302-C596-4892-A487-43EC9EA0E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636D14-2FC9-4163-911F-9B45CBBF2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236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267DA-DA29-4548-9566-46AD44F32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F59CE0-0346-452A-BD41-6E373C0E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7C56A-F40C-419E-B920-E523322F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62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B8897-728F-47DF-9CEA-BDD020D32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2085-BC4D-4532-BC51-A964CB92F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34D94-34BF-4028-A2E7-3B1A181E2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F848A-2AAB-410A-910B-0B1E6553F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AB0EEB-7AEA-4F24-8857-AFC4EAB6A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FFD1B-59EF-4B0C-93E8-FF582CDB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6537-83EA-4F6B-A9F6-CB6956C6A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CA8478-30F2-438C-A28F-55E7BEF80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3174C4-C212-4184-AE1A-DF348D341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CA69B-CE9D-410E-A793-DCBFA7EB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83E1A-3D74-47A1-A032-F84D9BD4E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4063A9-DA64-4FE8-8959-601B6F91B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66767-50C6-4151-8A10-07032FFDC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65D9B-C6F5-4DA9-AB4E-E6B2F7C6A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E1EA7-9256-47A6-B51B-2C4E2543C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53B4E-5010-4766-BE30-6FCA0DA67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3CD7A-BBD7-42EF-B5E6-360CBDE8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69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689DE5-323A-49FC-B639-E3E4708B85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E03743-B326-4447-945A-792D0F3E6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EBB90-7F5B-40B3-A733-E46091863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8BDDA-A8CC-4FF8-866B-071C02388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1D737-340F-4A40-9D24-3CB82DF42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5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E4B805-849F-45D8-BF3F-3A5D74E16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3088E9-144B-407B-8AC3-492736D2C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C5822-A8AA-4169-85AA-331E3A042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89F3FE-F26F-4434-A38A-9888B3E01E0A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3D48D-9AD5-4DBE-8D87-D3E912FB1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E32B7-B4F1-4EC5-BEB6-CBECD04AE5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FF2FF5-97D7-4CA3-A58E-44C34CCB95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58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F055C9F-C705-42A3-88AD-71C209CE1F8B}"/>
              </a:ext>
            </a:extLst>
          </p:cNvPr>
          <p:cNvSpPr/>
          <p:nvPr/>
        </p:nvSpPr>
        <p:spPr>
          <a:xfrm>
            <a:off x="1030626" y="3180642"/>
            <a:ext cx="1689903" cy="1967696"/>
          </a:xfrm>
          <a:prstGeom prst="rect">
            <a:avLst/>
          </a:prstGeom>
          <a:solidFill>
            <a:srgbClr val="CD4B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id="{7960FDDD-6117-4C61-909E-6A5A318E0041}"/>
              </a:ext>
            </a:extLst>
          </p:cNvPr>
          <p:cNvSpPr/>
          <p:nvPr/>
        </p:nvSpPr>
        <p:spPr>
          <a:xfrm>
            <a:off x="3284075" y="3180642"/>
            <a:ext cx="3524488" cy="1833633"/>
          </a:xfrm>
          <a:prstGeom prst="round2DiagRect">
            <a:avLst>
              <a:gd name="adj1" fmla="val 6495"/>
              <a:gd name="adj2" fmla="val 0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Diagonal Corners Rounded 5">
            <a:extLst>
              <a:ext uri="{FF2B5EF4-FFF2-40B4-BE49-F238E27FC236}">
                <a16:creationId xmlns:a16="http://schemas.microsoft.com/office/drawing/2014/main" id="{1C0E4390-D91D-4C41-8AD2-076A646BD155}"/>
              </a:ext>
            </a:extLst>
          </p:cNvPr>
          <p:cNvSpPr/>
          <p:nvPr/>
        </p:nvSpPr>
        <p:spPr>
          <a:xfrm>
            <a:off x="7372110" y="3247674"/>
            <a:ext cx="3524488" cy="1833633"/>
          </a:xfrm>
          <a:prstGeom prst="round2DiagRect">
            <a:avLst>
              <a:gd name="adj1" fmla="val 6495"/>
              <a:gd name="adj2" fmla="val 0"/>
            </a:avLst>
          </a:prstGeom>
          <a:solidFill>
            <a:srgbClr val="AED4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92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D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8C99451-5536-40E1-B94D-14FAE67E4BD0}"/>
              </a:ext>
            </a:extLst>
          </p:cNvPr>
          <p:cNvSpPr/>
          <p:nvPr/>
        </p:nvSpPr>
        <p:spPr>
          <a:xfrm>
            <a:off x="0" y="0"/>
            <a:ext cx="12192000" cy="1228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E1DB6B-28EB-4C7E-B376-EF54BC463043}"/>
              </a:ext>
            </a:extLst>
          </p:cNvPr>
          <p:cNvSpPr/>
          <p:nvPr/>
        </p:nvSpPr>
        <p:spPr>
          <a:xfrm flipH="1">
            <a:off x="-4" y="0"/>
            <a:ext cx="122833" cy="6857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B088CB6-9FA9-4979-B73C-5F2BDEEC9454}"/>
              </a:ext>
            </a:extLst>
          </p:cNvPr>
          <p:cNvSpPr/>
          <p:nvPr/>
        </p:nvSpPr>
        <p:spPr>
          <a:xfrm>
            <a:off x="245656" y="655093"/>
            <a:ext cx="3207225" cy="1030400"/>
          </a:xfrm>
          <a:prstGeom prst="roundRect">
            <a:avLst/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B48CEB-6727-44E7-9A47-255CBC0F16F3}"/>
              </a:ext>
            </a:extLst>
          </p:cNvPr>
          <p:cNvSpPr/>
          <p:nvPr/>
        </p:nvSpPr>
        <p:spPr>
          <a:xfrm>
            <a:off x="245656" y="1746909"/>
            <a:ext cx="3207225" cy="2190470"/>
          </a:xfrm>
          <a:prstGeom prst="roundRect">
            <a:avLst>
              <a:gd name="adj" fmla="val 5229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964C114-D1F4-44F5-A894-20C0670B820D}"/>
              </a:ext>
            </a:extLst>
          </p:cNvPr>
          <p:cNvSpPr/>
          <p:nvPr/>
        </p:nvSpPr>
        <p:spPr>
          <a:xfrm>
            <a:off x="245656" y="4021826"/>
            <a:ext cx="3207225" cy="2751726"/>
          </a:xfrm>
          <a:prstGeom prst="roundRect">
            <a:avLst>
              <a:gd name="adj" fmla="val 3081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DEF0FB-8B61-4B39-9939-41FCBCAAEC48}"/>
              </a:ext>
            </a:extLst>
          </p:cNvPr>
          <p:cNvSpPr/>
          <p:nvPr/>
        </p:nvSpPr>
        <p:spPr>
          <a:xfrm>
            <a:off x="3548411" y="1746909"/>
            <a:ext cx="6092266" cy="3487009"/>
          </a:xfrm>
          <a:prstGeom prst="roundRect">
            <a:avLst>
              <a:gd name="adj" fmla="val 5229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96E7900-22F8-403E-8249-6240D3ACA1F6}"/>
              </a:ext>
            </a:extLst>
          </p:cNvPr>
          <p:cNvSpPr/>
          <p:nvPr/>
        </p:nvSpPr>
        <p:spPr>
          <a:xfrm>
            <a:off x="9697948" y="1746907"/>
            <a:ext cx="2379269" cy="3487009"/>
          </a:xfrm>
          <a:prstGeom prst="roundRect">
            <a:avLst>
              <a:gd name="adj" fmla="val 5229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B3579E-1F01-47C2-9EB5-792784F6D005}"/>
              </a:ext>
            </a:extLst>
          </p:cNvPr>
          <p:cNvSpPr/>
          <p:nvPr/>
        </p:nvSpPr>
        <p:spPr>
          <a:xfrm>
            <a:off x="3575708" y="5326038"/>
            <a:ext cx="8501509" cy="1439841"/>
          </a:xfrm>
          <a:prstGeom prst="roundRect">
            <a:avLst>
              <a:gd name="adj" fmla="val 7660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AA1C05-2EAB-441A-9D0D-F1B088A21B22}"/>
              </a:ext>
            </a:extLst>
          </p:cNvPr>
          <p:cNvSpPr/>
          <p:nvPr/>
        </p:nvSpPr>
        <p:spPr>
          <a:xfrm>
            <a:off x="4053386" y="1019026"/>
            <a:ext cx="4012441" cy="635763"/>
          </a:xfrm>
          <a:prstGeom prst="roundRect">
            <a:avLst>
              <a:gd name="adj" fmla="val 35793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DF47AEC-0CA0-4428-89FF-52C7A91D7888}"/>
              </a:ext>
            </a:extLst>
          </p:cNvPr>
          <p:cNvSpPr/>
          <p:nvPr/>
        </p:nvSpPr>
        <p:spPr>
          <a:xfrm>
            <a:off x="8139670" y="1019027"/>
            <a:ext cx="3806674" cy="605055"/>
          </a:xfrm>
          <a:prstGeom prst="roundRect">
            <a:avLst>
              <a:gd name="adj" fmla="val 34553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84FE17-B1B5-485C-AE01-156022C85D94}"/>
              </a:ext>
            </a:extLst>
          </p:cNvPr>
          <p:cNvSpPr/>
          <p:nvPr/>
        </p:nvSpPr>
        <p:spPr>
          <a:xfrm>
            <a:off x="5393141" y="573206"/>
            <a:ext cx="4247536" cy="353700"/>
          </a:xfrm>
          <a:prstGeom prst="roundRect">
            <a:avLst>
              <a:gd name="adj" fmla="val 35793"/>
            </a:avLst>
          </a:prstGeom>
          <a:solidFill>
            <a:srgbClr val="D0E4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AB24EFA-8F07-4952-9286-7BDFAFE42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02" y="204230"/>
            <a:ext cx="365056" cy="3664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BD09609-F8DA-4E39-920C-19C332D96C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37" y="978085"/>
            <a:ext cx="625787" cy="6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39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ED4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4E3031-6134-4A41-A603-D6CB2CA15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907" y="108145"/>
            <a:ext cx="365056" cy="366416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94E0CB-FBFD-4732-91F7-483DDD76AF12}"/>
              </a:ext>
            </a:extLst>
          </p:cNvPr>
          <p:cNvSpPr/>
          <p:nvPr/>
        </p:nvSpPr>
        <p:spPr>
          <a:xfrm>
            <a:off x="227908" y="732832"/>
            <a:ext cx="9216343" cy="2815586"/>
          </a:xfrm>
          <a:prstGeom prst="roundRect">
            <a:avLst>
              <a:gd name="adj" fmla="val 6274"/>
            </a:avLst>
          </a:prstGeom>
          <a:solidFill>
            <a:srgbClr val="D0E4E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07B28D-B407-4EEC-9305-F0EC5F37BF56}"/>
              </a:ext>
            </a:extLst>
          </p:cNvPr>
          <p:cNvSpPr/>
          <p:nvPr/>
        </p:nvSpPr>
        <p:spPr>
          <a:xfrm>
            <a:off x="227907" y="3659674"/>
            <a:ext cx="11741180" cy="3082320"/>
          </a:xfrm>
          <a:prstGeom prst="roundRect">
            <a:avLst>
              <a:gd name="adj" fmla="val 6274"/>
            </a:avLst>
          </a:prstGeom>
          <a:solidFill>
            <a:srgbClr val="D0E4E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8257A4-7D16-4A0C-BA28-A8AFF032EC06}"/>
              </a:ext>
            </a:extLst>
          </p:cNvPr>
          <p:cNvSpPr/>
          <p:nvPr/>
        </p:nvSpPr>
        <p:spPr>
          <a:xfrm>
            <a:off x="9539785" y="732831"/>
            <a:ext cx="2424307" cy="2815587"/>
          </a:xfrm>
          <a:prstGeom prst="roundRect">
            <a:avLst>
              <a:gd name="adj" fmla="val 6274"/>
            </a:avLst>
          </a:prstGeom>
          <a:solidFill>
            <a:srgbClr val="D0E4E5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B29BEA-ACE7-487B-A1D7-37F1958A0ADF}"/>
              </a:ext>
            </a:extLst>
          </p:cNvPr>
          <p:cNvCxnSpPr>
            <a:cxnSpLocks/>
          </p:cNvCxnSpPr>
          <p:nvPr/>
        </p:nvCxnSpPr>
        <p:spPr>
          <a:xfrm>
            <a:off x="7869929" y="872197"/>
            <a:ext cx="0" cy="1012874"/>
          </a:xfrm>
          <a:prstGeom prst="line">
            <a:avLst/>
          </a:prstGeom>
          <a:ln w="25400">
            <a:solidFill>
              <a:srgbClr val="C00000"/>
            </a:solidFill>
            <a:prstDash val="soli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610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 Pratap Singh [MBA - 2024]</dc:creator>
  <cp:lastModifiedBy>Ravi Pratap Singh [MBA - 2024]</cp:lastModifiedBy>
  <cp:revision>8</cp:revision>
  <dcterms:created xsi:type="dcterms:W3CDTF">2026-02-04T15:33:14Z</dcterms:created>
  <dcterms:modified xsi:type="dcterms:W3CDTF">2026-02-05T03:50:21Z</dcterms:modified>
</cp:coreProperties>
</file>